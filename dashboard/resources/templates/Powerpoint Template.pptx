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1616"/>
    <a:srgbClr val="E590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34"/>
    <p:restoredTop sz="94694"/>
  </p:normalViewPr>
  <p:slideViewPr>
    <p:cSldViewPr snapToGrid="0">
      <p:cViewPr varScale="1">
        <p:scale>
          <a:sx n="121" d="100"/>
          <a:sy n="121" d="100"/>
        </p:scale>
        <p:origin x="10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3A794-B97B-A601-3F64-B376BD6CE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378F8-EE96-A03C-4AA2-C28B2D818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A1D8D-D381-A7BE-F43A-AD24F4B8B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D09-0553-D149-9DC9-297985B2C607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B2E2B-0817-020E-9088-3ED03BB8E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84258-AB6F-5294-A178-A4D8DB6E5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46753-9EE1-F442-9D37-AD3D2E90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130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D1B7-E818-1A9D-2CEF-62E3A02C7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FEF10-7521-AC9F-A627-77366D14E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EED07-6284-B699-DEB9-689C6F6F6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D09-0553-D149-9DC9-297985B2C607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D4185-84C6-63EF-ECD5-BB6DD62C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A8AC4-7BD6-1FAC-8F63-4A9275CF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46753-9EE1-F442-9D37-AD3D2E90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08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D08E-B355-6531-4814-7A72CD196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14124-34AA-02D1-4847-9B84153AA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7F74F-187D-E8C7-6310-7341A1FD1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D09-0553-D149-9DC9-297985B2C607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62D5B-B9BF-493F-22AB-9FAFDF77F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45144-31AE-406B-7E18-4001242D7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46753-9EE1-F442-9D37-AD3D2E90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03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1C21-BD8E-62C8-5039-3FE6BF3AB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17708-4E27-1A44-F71F-EB853D4C8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55AE5-B506-BA13-CF8E-62E529C85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95617-EBB9-E36F-881B-26AB3F0D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D09-0553-D149-9DC9-297985B2C607}" type="datetimeFigureOut">
              <a:rPr lang="en-US" smtClean="0"/>
              <a:t>6/13/24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03D3F-E2F6-AB21-C27C-3B894D0E5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446E-394F-09F7-8999-914B80787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46753-9EE1-F442-9D37-AD3D2E90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0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AA711-0913-0B26-1DC4-EFD7FA90B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A48C6-EB73-0282-3B1C-73E2CA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61601-5D28-32D5-E0F8-A8C2FE246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6C2EC-66F1-9A64-0EFA-D2B084442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4299BF-251C-67B8-D3C5-ED49AE068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542822-04C4-D963-8A57-28009D9F5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D09-0553-D149-9DC9-297985B2C607}" type="datetimeFigureOut">
              <a:rPr lang="en-US" smtClean="0"/>
              <a:t>6/13/24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258113-B5FA-3426-B09F-F923B914E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AFD42F-DCAB-A97E-FF01-F26678D3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46753-9EE1-F442-9D37-AD3D2E90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0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6AA34-8FA0-8FDC-82C1-C392C9B9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3350C6-2462-32FE-397B-90AFEA323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D09-0553-D149-9DC9-297985B2C607}" type="datetimeFigureOut">
              <a:rPr lang="en-US" smtClean="0"/>
              <a:t>6/13/24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46F53E-C9BD-6AD8-2978-DB61E84C3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2DB38-4FE7-56D7-4506-20A167F5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46753-9EE1-F442-9D37-AD3D2E90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7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BE091F-150E-3055-58B6-E8DC6BD19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D09-0553-D149-9DC9-297985B2C607}" type="datetimeFigureOut">
              <a:rPr lang="en-US" smtClean="0"/>
              <a:t>6/13/24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9F71B3-8BAB-358F-EB37-FD5B75348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93B85-BB93-B2DB-04C7-A4A896C20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46753-9EE1-F442-9D37-AD3D2E90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20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2B869-6B19-4D01-8778-DDF0F49C2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FD57D-92F1-1548-FDF8-50B40EDD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82817-5F8A-3F12-115D-08D167479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4D1AA-33DC-21B6-81E8-524B8461B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D09-0553-D149-9DC9-297985B2C607}" type="datetimeFigureOut">
              <a:rPr lang="en-US" smtClean="0"/>
              <a:t>6/13/24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6A331-C9B9-E2B5-0A82-4A7F9ABF8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D766B-60D6-6B7B-1A63-20B4777A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46753-9EE1-F442-9D37-AD3D2E90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847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2E8D8-2882-6885-755D-19E2EC7CB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ABABC3-3E8F-9607-08B0-41604ED08B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F9A09-BCEC-92EA-6684-64830F7FD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2AB8D-1AEC-C8B7-58EA-E450207F3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D09-0553-D149-9DC9-297985B2C607}" type="datetimeFigureOut">
              <a:rPr lang="en-US" smtClean="0"/>
              <a:t>6/13/24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5237F-1B1F-2708-3595-B753EB67C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937BD-2670-0A63-D0BB-F26588E06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46753-9EE1-F442-9D37-AD3D2E90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584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DB0C2-0F3B-7439-D9DA-3AE7A9FA8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BEF24-390D-7EED-AAFD-0F3E686E7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2AC92-E14B-7BA2-2543-B6AB4B1DA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D09-0553-D149-9DC9-297985B2C607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8AD17-C083-198B-3E44-7A8FDCCB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B5B81-DE24-CF86-2B82-4A39BD11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46753-9EE1-F442-9D37-AD3D2E90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9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599946-3332-264F-25B3-F73647B8FF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4C338-92FD-EEE4-ABD1-06191D437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9E9BC-B4CC-2C84-E773-63DA3DC78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FD09-0553-D149-9DC9-297985B2C607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C56C2-B3D4-73CB-A9DE-57A265027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881D2-52B8-C21C-D03B-D805779A9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46753-9EE1-F442-9D37-AD3D2E90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70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851313-4CA4-6666-EE21-63CBFFED1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30538-C8FA-8469-C55E-05E8A0D21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858E7-E185-94E0-273E-7E8602D57C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2FD09-0553-D149-9DC9-297985B2C607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B9FC6-EA29-1B6E-A103-C900BF847B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869C3-F7BB-24E4-BA84-665958DC8F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F46753-9EE1-F442-9D37-AD3D2E90F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58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CFD6DB-27BF-064D-8AA7-876D1719E18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328" y="1146494"/>
            <a:ext cx="4313341" cy="43133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2AC382-8204-251D-CE7B-0648D7D9B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6970" y="2697474"/>
            <a:ext cx="7578056" cy="1211379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E59029"/>
                </a:solidFill>
                <a:latin typeface="Exo 2 Medium" pitchFamily="2" charset="77"/>
                <a:cs typeface="Futura Medium" panose="020B0602020204020303" pitchFamily="34" charset="-79"/>
              </a:rPr>
              <a:t>CYBER THREAT INTEL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4E0872-0020-5ECE-00F4-99C44B7363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9395670" y="6437516"/>
            <a:ext cx="2463567" cy="277871"/>
          </a:xfrm>
        </p:spPr>
        <p:txBody>
          <a:bodyPr>
            <a:normAutofit fontScale="77500" lnSpcReduction="20000"/>
          </a:bodyPr>
          <a:lstStyle/>
          <a:p>
            <a:r>
              <a:rPr lang="en-US" sz="1400" dirty="0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BLACK ROOM INTELLIGENCE LTD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D8F9B0-AAB5-06FF-D9C3-EA741016BA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40" y="255631"/>
            <a:ext cx="1534137" cy="40910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A6FFDA2-3F98-E5A4-E52D-A0E52CC2D34F}"/>
              </a:ext>
            </a:extLst>
          </p:cNvPr>
          <p:cNvSpPr txBox="1">
            <a:spLocks/>
          </p:cNvSpPr>
          <p:nvPr/>
        </p:nvSpPr>
        <p:spPr>
          <a:xfrm>
            <a:off x="838198" y="2554014"/>
            <a:ext cx="10515600" cy="7491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1"/>
                </a:solidFill>
                <a:latin typeface="Exo 2 Medium" pitchFamily="2" charset="77"/>
                <a:cs typeface="Futura Condensed Medium" panose="020B0602020204020303" pitchFamily="34" charset="-79"/>
              </a:rPr>
              <a:t>Add Title Here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B2135DD4-F8EC-76C6-D69E-23339E59F127}"/>
              </a:ext>
            </a:extLst>
          </p:cNvPr>
          <p:cNvSpPr txBox="1"/>
          <p:nvPr/>
        </p:nvSpPr>
        <p:spPr>
          <a:xfrm>
            <a:off x="196967" y="6492875"/>
            <a:ext cx="262128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dirty="0">
                <a:solidFill>
                  <a:schemeClr val="bg2">
                    <a:lumMod val="50000"/>
                  </a:schemeClr>
                </a:solidFill>
              </a:rPr>
              <a:t>© Copyright Black Room Intelligence 2024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231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5968479-A8A9-4404-E169-66C610084AB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32851"/>
            <a:ext cx="2687624" cy="32251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3B86D7-2615-711E-5E57-FDE9BC13C2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4376" y="964733"/>
            <a:ext cx="2687624" cy="32251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6D0235-68CD-8877-DD68-8AC0397B4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800" b="1" kern="100" dirty="0">
                <a:solidFill>
                  <a:schemeClr val="bg1"/>
                </a:solidFill>
                <a:latin typeface="Exo 2 Black" pitchFamily="2" charset="77"/>
                <a:ea typeface="Aptos" panose="020B0004020202020204" pitchFamily="34" charset="0"/>
                <a:cs typeface="Times New Roman" panose="02020603050405020304" pitchFamily="18" charset="0"/>
              </a:rPr>
              <a:t>HEADER</a:t>
            </a:r>
            <a:br>
              <a:rPr lang="en-GB" sz="1800" kern="100" dirty="0">
                <a:effectLst/>
                <a:latin typeface="Exo 2 Medium" pitchFamily="2" charset="77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600" kern="100" dirty="0">
                <a:solidFill>
                  <a:srgbClr val="E59029"/>
                </a:solidFill>
                <a:latin typeface="Exo 2 Medium" pitchFamily="2" charset="77"/>
                <a:ea typeface="Aptos" panose="020B0004020202020204" pitchFamily="34" charset="0"/>
                <a:cs typeface="Times New Roman" panose="02020603050405020304" pitchFamily="18" charset="0"/>
              </a:rPr>
              <a:t>SUBHEADER</a:t>
            </a:r>
            <a:endParaRPr lang="en-GB" sz="1800" kern="100" dirty="0">
              <a:effectLst/>
              <a:latin typeface="Exo 2 Medium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F7B78-7A88-5411-76C9-CF74EDC1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096075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Add text here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977D26F9-A37F-E6F9-A725-5029661E9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566" y="6321879"/>
            <a:ext cx="1282467" cy="341991"/>
          </a:xfrm>
          <a:prstGeom prst="rect">
            <a:avLst/>
          </a:prstGeom>
        </p:spPr>
      </p:pic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5A5271C3-1DBA-C301-C97A-9FA60CBCE6B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6967" y="6492875"/>
            <a:ext cx="262128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dirty="0">
                <a:solidFill>
                  <a:schemeClr val="bg2">
                    <a:lumMod val="50000"/>
                  </a:schemeClr>
                </a:solidFill>
              </a:rPr>
              <a:t>© Copyright Black Room Intelligence 2024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942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5968479-A8A9-4404-E169-66C610084AB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32851"/>
            <a:ext cx="2687624" cy="32251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6D0235-68CD-8877-DD68-8AC0397B4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800" b="1" kern="100" dirty="0">
                <a:solidFill>
                  <a:schemeClr val="bg1"/>
                </a:solidFill>
                <a:latin typeface="Exo 2 Black" pitchFamily="2" charset="77"/>
                <a:ea typeface="Aptos" panose="020B0004020202020204" pitchFamily="34" charset="0"/>
                <a:cs typeface="Times New Roman" panose="02020603050405020304" pitchFamily="18" charset="0"/>
              </a:rPr>
              <a:t>HEADER</a:t>
            </a:r>
            <a:br>
              <a:rPr lang="en-GB" sz="1800" kern="100" dirty="0">
                <a:effectLst/>
                <a:latin typeface="Exo 2 Medium" pitchFamily="2" charset="77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600" kern="100" dirty="0">
                <a:solidFill>
                  <a:srgbClr val="E59029"/>
                </a:solidFill>
                <a:latin typeface="Exo 2 Medium" pitchFamily="2" charset="77"/>
                <a:ea typeface="Aptos" panose="020B0004020202020204" pitchFamily="34" charset="0"/>
                <a:cs typeface="Times New Roman" panose="02020603050405020304" pitchFamily="18" charset="0"/>
              </a:rPr>
              <a:t>SUBHEADER</a:t>
            </a:r>
            <a:endParaRPr lang="en-GB" sz="1800" kern="100" dirty="0">
              <a:effectLst/>
              <a:latin typeface="Exo 2 Medium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F7B78-7A88-5411-76C9-CF74EDC1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096075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Add text here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977D26F9-A37F-E6F9-A725-5029661E9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566" y="6321879"/>
            <a:ext cx="1282467" cy="3419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6FF64F-9ED8-0CE4-178C-61E1A93035A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307" y="1474364"/>
            <a:ext cx="3257726" cy="3909271"/>
          </a:xfrm>
          <a:prstGeom prst="rect">
            <a:avLst/>
          </a:prstGeom>
        </p:spPr>
      </p:pic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8AC4F9B3-7C9A-AFA9-CF98-CA3F949CF94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6967" y="6492875"/>
            <a:ext cx="262128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dirty="0">
                <a:solidFill>
                  <a:schemeClr val="bg2">
                    <a:lumMod val="50000"/>
                  </a:schemeClr>
                </a:solidFill>
              </a:rPr>
              <a:t>© Copyright Black Room Intelligence 2024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49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4DFC9-A8DE-D341-B0E2-6E8E0BE92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800" b="1" kern="100" dirty="0">
                <a:solidFill>
                  <a:schemeClr val="bg1"/>
                </a:solidFill>
                <a:latin typeface="Exo 2 Black" pitchFamily="2" charset="77"/>
                <a:ea typeface="Aptos" panose="020B0004020202020204" pitchFamily="34" charset="0"/>
                <a:cs typeface="Times New Roman" panose="02020603050405020304" pitchFamily="18" charset="0"/>
              </a:rPr>
              <a:t>HEADER</a:t>
            </a:r>
            <a:br>
              <a:rPr lang="en-GB" sz="4800" kern="100" dirty="0">
                <a:effectLst/>
                <a:latin typeface="Exo 2 Medium" pitchFamily="2" charset="77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600" kern="100" dirty="0">
                <a:solidFill>
                  <a:srgbClr val="E59029"/>
                </a:solidFill>
                <a:latin typeface="Exo 2 Medium" pitchFamily="2" charset="77"/>
                <a:ea typeface="Aptos" panose="020B0004020202020204" pitchFamily="34" charset="0"/>
                <a:cs typeface="Times New Roman" panose="02020603050405020304" pitchFamily="18" charset="0"/>
              </a:rPr>
              <a:t>SUBHEADER</a:t>
            </a:r>
            <a:endParaRPr lang="en-US" sz="1600" dirty="0">
              <a:latin typeface="Exo 2 Medium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0132C-EF4A-0FF6-D2BD-F7AFEB11C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Roboto Slab SemiBold" pitchFamily="2" charset="0"/>
                <a:ea typeface="Roboto Slab SemiBold" pitchFamily="2" charset="0"/>
              </a:rPr>
              <a:t>TEXT BOX HEADER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Add text here</a:t>
            </a:r>
          </a:p>
        </p:txBody>
      </p:sp>
      <p:pic>
        <p:nvPicPr>
          <p:cNvPr id="7" name="Picture 6" descr="A close-up of a circuit board&#10;&#10;Description automatically generated">
            <a:extLst>
              <a:ext uri="{FF2B5EF4-FFF2-40B4-BE49-F238E27FC236}">
                <a16:creationId xmlns:a16="http://schemas.microsoft.com/office/drawing/2014/main" id="{CAFEDD41-FEDB-B1EA-AC24-E49E6987EE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721" y="2147582"/>
            <a:ext cx="3140279" cy="471041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09484-A582-4798-BFD7-ADAF6A26D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Roboto Slab SemiBold" pitchFamily="2" charset="0"/>
                <a:ea typeface="Roboto Slab SemiBold" pitchFamily="2" charset="0"/>
              </a:rPr>
              <a:t>TEXT BOX HEADER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Add text here</a:t>
            </a:r>
          </a:p>
          <a:p>
            <a:endParaRPr lang="en-US" dirty="0"/>
          </a:p>
        </p:txBody>
      </p:sp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E741CAB2-303E-E5E3-6F7B-3B96F31196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6967" y="6492875"/>
            <a:ext cx="262128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dirty="0">
                <a:solidFill>
                  <a:schemeClr val="bg2">
                    <a:lumMod val="50000"/>
                  </a:schemeClr>
                </a:solidFill>
              </a:rPr>
              <a:t>© Copyright Black Room Intelligence 2024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F4283DED-04D4-5489-5498-245B32E9E72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566" y="6321879"/>
            <a:ext cx="1282467" cy="3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741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5968479-A8A9-4404-E169-66C610084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32851"/>
            <a:ext cx="2687624" cy="32251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6D0235-68CD-8877-DD68-8AC0397B4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800" b="1" kern="100" dirty="0">
                <a:solidFill>
                  <a:schemeClr val="bg1"/>
                </a:solidFill>
                <a:latin typeface="Exo 2 Black" pitchFamily="2" charset="77"/>
                <a:ea typeface="Aptos" panose="020B0004020202020204" pitchFamily="34" charset="0"/>
                <a:cs typeface="Times New Roman" panose="02020603050405020304" pitchFamily="18" charset="0"/>
              </a:rPr>
              <a:t>HEADER</a:t>
            </a:r>
            <a:br>
              <a:rPr lang="en-GB" sz="1800" kern="100" dirty="0">
                <a:effectLst/>
                <a:latin typeface="Exo 2 Medium" pitchFamily="2" charset="77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600" kern="100" dirty="0">
                <a:solidFill>
                  <a:srgbClr val="E59029"/>
                </a:solidFill>
                <a:latin typeface="Exo 2 Medium" pitchFamily="2" charset="77"/>
                <a:ea typeface="Aptos" panose="020B0004020202020204" pitchFamily="34" charset="0"/>
                <a:cs typeface="Times New Roman" panose="02020603050405020304" pitchFamily="18" charset="0"/>
              </a:rPr>
              <a:t>SUBHEADER</a:t>
            </a:r>
            <a:endParaRPr lang="en-GB" sz="1800" kern="100" dirty="0">
              <a:effectLst/>
              <a:latin typeface="Exo 2 Medium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F7B78-7A88-5411-76C9-CF74EDC1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096075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Add text here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977D26F9-A37F-E6F9-A725-5029661E9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566" y="6321879"/>
            <a:ext cx="1282467" cy="341991"/>
          </a:xfrm>
          <a:prstGeom prst="rect">
            <a:avLst/>
          </a:prstGeom>
        </p:spPr>
      </p:pic>
      <p:pic>
        <p:nvPicPr>
          <p:cNvPr id="5" name="Picture 4" descr="A wireframe of a sphere with white dots and lines&#10;&#10;Description automatically generated">
            <a:extLst>
              <a:ext uri="{FF2B5EF4-FFF2-40B4-BE49-F238E27FC236}">
                <a16:creationId xmlns:a16="http://schemas.microsoft.com/office/drawing/2014/main" id="{55D05936-9592-5B7D-2750-D46F8AD363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596" y="1303948"/>
            <a:ext cx="3541753" cy="4250103"/>
          </a:xfrm>
          <a:prstGeom prst="rect">
            <a:avLst/>
          </a:prstGeom>
        </p:spPr>
      </p:pic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DFEE1C3A-C65C-6C6B-B765-27C7B287A7F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6967" y="6492875"/>
            <a:ext cx="262128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dirty="0">
                <a:solidFill>
                  <a:schemeClr val="bg2">
                    <a:lumMod val="50000"/>
                  </a:schemeClr>
                </a:solidFill>
              </a:rPr>
              <a:t>© Copyright Black Room Intelligence 2024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762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D0235-68CD-8877-DD68-8AC0397B4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800" b="1" kern="100" dirty="0">
                <a:solidFill>
                  <a:schemeClr val="bg1"/>
                </a:solidFill>
                <a:latin typeface="Exo 2 Black" pitchFamily="2" charset="77"/>
                <a:ea typeface="Aptos" panose="020B0004020202020204" pitchFamily="34" charset="0"/>
                <a:cs typeface="Times New Roman" panose="02020603050405020304" pitchFamily="18" charset="0"/>
              </a:rPr>
              <a:t>HEADER</a:t>
            </a:r>
            <a:br>
              <a:rPr lang="en-GB" sz="1800" kern="100" dirty="0">
                <a:effectLst/>
                <a:latin typeface="Exo 2 Medium" pitchFamily="2" charset="77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600" kern="100" dirty="0">
                <a:solidFill>
                  <a:srgbClr val="E59029"/>
                </a:solidFill>
                <a:latin typeface="Exo 2 Medium" pitchFamily="2" charset="77"/>
                <a:ea typeface="Aptos" panose="020B0004020202020204" pitchFamily="34" charset="0"/>
                <a:cs typeface="Times New Roman" panose="02020603050405020304" pitchFamily="18" charset="0"/>
              </a:rPr>
              <a:t>SUBHEADER</a:t>
            </a:r>
            <a:endParaRPr lang="en-GB" sz="1800" kern="100" dirty="0">
              <a:effectLst/>
              <a:latin typeface="Exo 2 Medium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F7B78-7A88-5411-76C9-CF74EDC1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096075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Add text here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977D26F9-A37F-E6F9-A725-5029661E9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566" y="6321879"/>
            <a:ext cx="1282467" cy="341991"/>
          </a:xfrm>
          <a:prstGeom prst="rect">
            <a:avLst/>
          </a:prstGeom>
        </p:spPr>
      </p:pic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5D6D550D-ACE3-C3A8-7C79-EB8184614E0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6967" y="6492875"/>
            <a:ext cx="262128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dirty="0">
                <a:solidFill>
                  <a:schemeClr val="bg2">
                    <a:lumMod val="50000"/>
                  </a:schemeClr>
                </a:solidFill>
              </a:rPr>
              <a:t>© Copyright Black Room Intelligence 2024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133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3FA35D-D26B-F439-8BF8-4EF2D7D00C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1968" y="1200884"/>
            <a:ext cx="2626220" cy="37517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968479-A8A9-4404-E169-66C610084AB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32851"/>
            <a:ext cx="2687624" cy="32251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6D0235-68CD-8877-DD68-8AC0397B4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800" b="1" kern="100" dirty="0">
                <a:solidFill>
                  <a:schemeClr val="bg1"/>
                </a:solidFill>
                <a:latin typeface="Exo 2 Black" pitchFamily="2" charset="77"/>
                <a:ea typeface="Aptos" panose="020B0004020202020204" pitchFamily="34" charset="0"/>
                <a:cs typeface="Times New Roman" panose="02020603050405020304" pitchFamily="18" charset="0"/>
              </a:rPr>
              <a:t>GET IN TOUCH</a:t>
            </a:r>
            <a:br>
              <a:rPr lang="en-GB" sz="1800" kern="100" dirty="0">
                <a:effectLst/>
                <a:latin typeface="Exo 2 Medium" pitchFamily="2" charset="77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600" kern="100" dirty="0">
                <a:solidFill>
                  <a:srgbClr val="E59029"/>
                </a:solidFill>
                <a:effectLst/>
                <a:latin typeface="Exo 2 Medium" pitchFamily="2" charset="77"/>
                <a:ea typeface="Aptos" panose="020B0004020202020204" pitchFamily="34" charset="0"/>
                <a:cs typeface="Times New Roman" panose="02020603050405020304" pitchFamily="18" charset="0"/>
              </a:rPr>
              <a:t>CONTACT US</a:t>
            </a:r>
            <a:endParaRPr lang="en-GB" sz="1800" kern="100" dirty="0">
              <a:effectLst/>
              <a:latin typeface="Exo 2 Medium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F7B78-7A88-5411-76C9-CF74EDC1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352947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600" b="0" i="0" u="none" strike="noStrike" dirty="0">
                <a:solidFill>
                  <a:schemeClr val="bg1"/>
                </a:solidFill>
                <a:effectLst/>
                <a:latin typeface="Roboto Slab" pitchFamily="2" charset="0"/>
                <a:ea typeface="Roboto Slab" pitchFamily="2" charset="0"/>
              </a:rPr>
              <a:t>For further information about Black Room Intelligence or to discuss your requirements, please do not hesitate to contact us.</a:t>
            </a:r>
            <a:endParaRPr lang="en-US" sz="1600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977D26F9-A37F-E6F9-A725-5029661E9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566" y="6321879"/>
            <a:ext cx="1282467" cy="341991"/>
          </a:xfrm>
          <a:prstGeom prst="rect">
            <a:avLst/>
          </a:prstGeom>
        </p:spPr>
      </p:pic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8AC4F9B3-7C9A-AFA9-CF98-CA3F949CF94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6967" y="6492875"/>
            <a:ext cx="262128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dirty="0">
                <a:solidFill>
                  <a:schemeClr val="bg2">
                    <a:lumMod val="50000"/>
                  </a:schemeClr>
                </a:solidFill>
              </a:rPr>
              <a:t>© Copyright Black Room Intelligence 2024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0" name="Picture 9" descr="A orange globe with black background&#10;&#10;Description automatically generated">
            <a:extLst>
              <a:ext uri="{FF2B5EF4-FFF2-40B4-BE49-F238E27FC236}">
                <a16:creationId xmlns:a16="http://schemas.microsoft.com/office/drawing/2014/main" id="{2158D91E-D3D2-AA51-0E66-8C2C1155F2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812" y="4244575"/>
            <a:ext cx="324000" cy="324000"/>
          </a:xfrm>
          <a:prstGeom prst="rect">
            <a:avLst/>
          </a:prstGeom>
        </p:spPr>
      </p:pic>
      <p:pic>
        <p:nvPicPr>
          <p:cNvPr id="13" name="Picture 12" descr="A yellow envelope with black background&#10;&#10;Description automatically generated">
            <a:extLst>
              <a:ext uri="{FF2B5EF4-FFF2-40B4-BE49-F238E27FC236}">
                <a16:creationId xmlns:a16="http://schemas.microsoft.com/office/drawing/2014/main" id="{F9057BFA-69AC-F09F-960C-E339D7C11C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812" y="3590374"/>
            <a:ext cx="324000" cy="324000"/>
          </a:xfrm>
          <a:prstGeom prst="rect">
            <a:avLst/>
          </a:prstGeom>
        </p:spPr>
      </p:pic>
      <p:pic>
        <p:nvPicPr>
          <p:cNvPr id="15" name="Picture 14" descr="A phone receiver with a black background&#10;&#10;Description automatically generated">
            <a:extLst>
              <a:ext uri="{FF2B5EF4-FFF2-40B4-BE49-F238E27FC236}">
                <a16:creationId xmlns:a16="http://schemas.microsoft.com/office/drawing/2014/main" id="{53FDC0C7-8B00-C50D-671A-70DAD0F670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812" y="2914757"/>
            <a:ext cx="324000" cy="324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570800-3588-18DE-CD3F-86298D216AEE}"/>
              </a:ext>
            </a:extLst>
          </p:cNvPr>
          <p:cNvSpPr txBox="1"/>
          <p:nvPr/>
        </p:nvSpPr>
        <p:spPr>
          <a:xfrm>
            <a:off x="1453425" y="2922868"/>
            <a:ext cx="60946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u="none" strike="noStrike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Roboto Slab" pitchFamily="2" charset="0"/>
                <a:ea typeface="Roboto Slab" pitchFamily="2" charset="0"/>
              </a:rPr>
              <a:t>+44 (0) 208 058 2971</a:t>
            </a:r>
            <a:endParaRPr lang="en-US" sz="1400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991089-B6F5-C411-3304-4E5C9D10871C}"/>
              </a:ext>
            </a:extLst>
          </p:cNvPr>
          <p:cNvSpPr txBox="1"/>
          <p:nvPr/>
        </p:nvSpPr>
        <p:spPr>
          <a:xfrm>
            <a:off x="1453425" y="3593235"/>
            <a:ext cx="60946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u="none" strike="noStrike" dirty="0" err="1">
                <a:solidFill>
                  <a:schemeClr val="bg1"/>
                </a:solidFill>
                <a:effectLst/>
                <a:highlight>
                  <a:srgbClr val="000000"/>
                </a:highlight>
                <a:latin typeface="Roboto Slab" pitchFamily="2" charset="0"/>
                <a:ea typeface="Roboto Slab" pitchFamily="2" charset="0"/>
              </a:rPr>
              <a:t>contact@blackroomintelligence.com</a:t>
            </a:r>
            <a:endParaRPr lang="en-US" sz="1400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A69069-8D18-BB69-83B3-AD441A285F5C}"/>
              </a:ext>
            </a:extLst>
          </p:cNvPr>
          <p:cNvSpPr txBox="1"/>
          <p:nvPr/>
        </p:nvSpPr>
        <p:spPr>
          <a:xfrm>
            <a:off x="1453425" y="4252686"/>
            <a:ext cx="60946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u="none" strike="noStrike" dirty="0" err="1">
                <a:solidFill>
                  <a:schemeClr val="bg1"/>
                </a:solidFill>
                <a:effectLst/>
                <a:highlight>
                  <a:srgbClr val="000000"/>
                </a:highlight>
                <a:latin typeface="Roboto Slab" pitchFamily="2" charset="0"/>
                <a:ea typeface="Roboto Slab" pitchFamily="2" charset="0"/>
              </a:rPr>
              <a:t>blackroomintelligence.com</a:t>
            </a:r>
            <a:endParaRPr lang="en-US" sz="1400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908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1280</TotalTime>
  <Words>134</Words>
  <Application>Microsoft Macintosh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Aptos</vt:lpstr>
      <vt:lpstr>Aptos Display</vt:lpstr>
      <vt:lpstr>Arial</vt:lpstr>
      <vt:lpstr>Exo 2 Black</vt:lpstr>
      <vt:lpstr>Exo 2 Medium</vt:lpstr>
      <vt:lpstr>Futura Medium</vt:lpstr>
      <vt:lpstr>Roboto Slab</vt:lpstr>
      <vt:lpstr>Roboto Slab SemiBold</vt:lpstr>
      <vt:lpstr>Office Theme</vt:lpstr>
      <vt:lpstr>CYBER THREAT INTEL</vt:lpstr>
      <vt:lpstr>HEADER SUBHEADER</vt:lpstr>
      <vt:lpstr>HEADER SUBHEADER</vt:lpstr>
      <vt:lpstr>HEADER SUBHEADER</vt:lpstr>
      <vt:lpstr>HEADER SUBHEADER</vt:lpstr>
      <vt:lpstr>HEADER SUBHEADER</vt:lpstr>
      <vt:lpstr>GET IN TOUCH CONTACT 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UG-Islam, Naymul</dc:creator>
  <cp:lastModifiedBy>UG-Islam, Naymul</cp:lastModifiedBy>
  <cp:revision>3</cp:revision>
  <dcterms:created xsi:type="dcterms:W3CDTF">2024-06-12T13:20:06Z</dcterms:created>
  <dcterms:modified xsi:type="dcterms:W3CDTF">2024-06-13T10:44:48Z</dcterms:modified>
</cp:coreProperties>
</file>